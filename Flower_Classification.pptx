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08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4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5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2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0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15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5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9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5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36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0843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84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638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1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40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3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4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Flower Image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z-Latn-AZ" dirty="0"/>
              <a:t>Murad Hasanzada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Classify flower images</a:t>
            </a:r>
          </a:p>
          <a:p>
            <a:r>
              <a:t>• 5 classes: daisy, dandelion, rose, sunflower, tulip</a:t>
            </a:r>
          </a:p>
          <a:p>
            <a:r>
              <a:t>• Use a pre-trained model (ResNet18)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PyTorch – deep learning</a:t>
            </a:r>
          </a:p>
          <a:p>
            <a:r>
              <a:t>• torchvision – images and models</a:t>
            </a:r>
          </a:p>
          <a:p>
            <a:r>
              <a:t>• numpy, pandas – data work</a:t>
            </a:r>
          </a:p>
          <a:p>
            <a:r>
              <a:t>• matplotlib – graphs</a:t>
            </a:r>
          </a:p>
          <a:p>
            <a:r>
              <a:t>• sklearn – confusion matrix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Seed and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Seed gives same results every time</a:t>
            </a:r>
          </a:p>
          <a:p>
            <a:r>
              <a:t>• torch.manual_seed and numpy.seed</a:t>
            </a:r>
          </a:p>
          <a:p>
            <a:r>
              <a:t>• Use GPU if CUDA is available</a:t>
            </a:r>
          </a:p>
          <a:p>
            <a:r>
              <a:t>• Else use CPU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Flower images are in a zip file</a:t>
            </a:r>
          </a:p>
          <a:p>
            <a:r>
              <a:t>• Images are loaded with ImageFolder</a:t>
            </a:r>
          </a:p>
          <a:p>
            <a:r>
              <a:t>• Folder names are class names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Resize images to 224 x 224</a:t>
            </a:r>
          </a:p>
          <a:p>
            <a:r>
              <a:t>• Convert image to tensor</a:t>
            </a:r>
          </a:p>
          <a:p>
            <a:r>
              <a:t>• Normalize images (ImageNet values)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 and Validation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80% data for training</a:t>
            </a:r>
          </a:p>
          <a:p>
            <a:r>
              <a:t>• 20% data for validation</a:t>
            </a:r>
          </a:p>
          <a:p>
            <a:r>
              <a:t>• DataLoader with batch size =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Model: ResNet18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Pre-trained ResNet18 model</a:t>
            </a:r>
          </a:p>
          <a:p>
            <a:r>
              <a:t>• All layers are frozen</a:t>
            </a:r>
          </a:p>
          <a:p>
            <a:r>
              <a:t>• Last layer is changed for 5 classes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Loss function: Cross Entropy Loss</a:t>
            </a:r>
          </a:p>
          <a:p>
            <a:r>
              <a:t>• Optimizer updates weights</a:t>
            </a:r>
          </a:p>
          <a:p>
            <a:r>
              <a:t>• Training runs for many epochs</a:t>
            </a:r>
          </a:p>
          <a:p>
            <a:r>
              <a:t>• Accuracy is calculated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Version 1: Adam optimizer</a:t>
            </a:r>
          </a:p>
          <a:p>
            <a:r>
              <a:t>• Version 2: SGD optimizer</a:t>
            </a:r>
          </a:p>
          <a:p>
            <a:r>
              <a:t>• Compare validation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Best validation accuracy is chosen</a:t>
            </a:r>
          </a:p>
          <a:p>
            <a:r>
              <a:t>• Better model is selected</a:t>
            </a:r>
          </a:p>
          <a:p>
            <a:r>
              <a:t>• Results are shown in a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Shows true and predicted labels</a:t>
            </a:r>
          </a:p>
          <a:p>
            <a:r>
              <a:t>• Helps to see model mistakes</a:t>
            </a:r>
          </a:p>
          <a:p>
            <a:r>
              <a:t>• Easy model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sample images</a:t>
            </a:r>
          </a:p>
          <a:p>
            <a:r>
              <a:t>• Compare true label and prediction</a:t>
            </a:r>
          </a:p>
          <a:p>
            <a:r>
              <a:t>• Images are shown clearly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Transfer learning is very useful</a:t>
            </a:r>
          </a:p>
          <a:p>
            <a:r>
              <a:t>• ResNet18 gives good accuracy</a:t>
            </a:r>
          </a:p>
          <a:p>
            <a:r>
              <a:t>• Optimizer choice is important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288</Words>
  <Application>Microsoft Office PowerPoint</Application>
  <PresentationFormat>On-screen Show (4:3)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Flower Image Classification</vt:lpstr>
      <vt:lpstr>Project Goal</vt:lpstr>
      <vt:lpstr>Used Libraries</vt:lpstr>
      <vt:lpstr>Seed and Device</vt:lpstr>
      <vt:lpstr>Dataset</vt:lpstr>
      <vt:lpstr>Image Transform</vt:lpstr>
      <vt:lpstr>Train and Validation Data</vt:lpstr>
      <vt:lpstr>Model: ResNet18</vt:lpstr>
      <vt:lpstr>Model Training</vt:lpstr>
      <vt:lpstr>Optimizers</vt:lpstr>
      <vt:lpstr>Results</vt:lpstr>
      <vt:lpstr>Confusion Matrix</vt:lpstr>
      <vt:lpstr>Image Prediction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Flower Image Classification</dc:title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2025-12-26T06:02:38Z</dcterms:modified>
  <cp:category/>
</cp:coreProperties>
</file>